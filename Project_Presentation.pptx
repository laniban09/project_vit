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Student Attendance and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CSE1021 – Introduction to Problem Solving and Programming</a:t>
            </a:r>
          </a:p>
          <a:p>
            <a:pPr>
              <a:spcAft>
                <a:spcPts val="1000"/>
              </a:spcAft>
              <a:defRPr sz="2200"/>
            </a:pPr>
            <a:r>
              <a:t>A simple Python console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 made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400"/>
            </a:pPr>
            <a:r>
              <a:t>I wanted to practise Python programming using a small real-world style problem.</a:t>
            </a:r>
          </a:p>
          <a:p>
            <a:pPr>
              <a:spcAft>
                <a:spcPts val="1000"/>
              </a:spcAft>
              <a:defRPr sz="2400"/>
            </a:pPr>
            <a:r>
              <a:t>The program keeps student details, attendance and marks together.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400"/>
            </a:pPr>
            <a:r>
              <a:t>Add, list, search and delete students</a:t>
            </a:r>
          </a:p>
          <a:p>
            <a:pPr>
              <a:spcAft>
                <a:spcPts val="1000"/>
              </a:spcAft>
              <a:defRPr sz="2400"/>
            </a:pPr>
            <a:r>
              <a:t>Record attendance</a:t>
            </a:r>
          </a:p>
          <a:p>
            <a:pPr>
              <a:spcAft>
                <a:spcPts val="1000"/>
              </a:spcAft>
              <a:defRPr sz="2400"/>
            </a:pPr>
            <a:r>
              <a:t>Enter subject marks</a:t>
            </a:r>
          </a:p>
          <a:p>
            <a:pPr>
              <a:spcAft>
                <a:spcPts val="1000"/>
              </a:spcAft>
              <a:defRPr sz="2400"/>
            </a:pPr>
            <a:r>
              <a:t>Calculate average and grade</a:t>
            </a:r>
          </a:p>
          <a:p>
            <a:pPr>
              <a:spcAft>
                <a:spcPts val="1000"/>
              </a:spcAft>
              <a:defRPr sz="2400"/>
            </a:pPr>
            <a:r>
              <a:t>Show a student summary</a:t>
            </a:r>
          </a:p>
          <a:p>
            <a:pPr>
              <a:spcAft>
                <a:spcPts val="1000"/>
              </a:spcAft>
              <a:defRPr sz="2400"/>
            </a:pPr>
            <a:r>
              <a:t>Save data using JSON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400"/>
            </a:pPr>
            <a:r>
              <a:t>Start the program</a:t>
            </a:r>
          </a:p>
          <a:p>
            <a:pPr>
              <a:spcAft>
                <a:spcPts val="1000"/>
              </a:spcAft>
              <a:defRPr sz="2400"/>
            </a:pPr>
            <a:r>
              <a:t>Choose an option from the menu</a:t>
            </a:r>
          </a:p>
          <a:p>
            <a:pPr>
              <a:spcAft>
                <a:spcPts val="1000"/>
              </a:spcAft>
              <a:defRPr sz="2400"/>
            </a:pPr>
            <a:r>
              <a:t>Enter the required information</a:t>
            </a:r>
          </a:p>
          <a:p>
            <a:pPr>
              <a:spcAft>
                <a:spcPts val="1000"/>
              </a:spcAft>
              <a:defRPr sz="2400"/>
            </a:pPr>
            <a:r>
              <a:t>Check the input</a:t>
            </a:r>
          </a:p>
          <a:p>
            <a:pPr>
              <a:spcAft>
                <a:spcPts val="1000"/>
              </a:spcAft>
              <a:defRPr sz="2400"/>
            </a:pPr>
            <a:r>
              <a:t>Save or display the result</a:t>
            </a:r>
          </a:p>
          <a:p>
            <a:pPr>
              <a:spcAft>
                <a:spcPts val="1000"/>
              </a:spcAft>
              <a:defRPr sz="2400"/>
            </a:pPr>
            <a:r>
              <a:t>Return to the menu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400"/>
            </a:pPr>
            <a:r>
              <a:t>main.py – main menu and program functions</a:t>
            </a:r>
          </a:p>
          <a:p>
            <a:pPr>
              <a:spcAft>
                <a:spcPts val="1000"/>
              </a:spcAft>
              <a:defRPr sz="2400"/>
            </a:pPr>
            <a:r>
              <a:t>storage.py – JSON file handling</a:t>
            </a:r>
          </a:p>
          <a:p>
            <a:pPr>
              <a:spcAft>
                <a:spcPts val="1000"/>
              </a:spcAft>
              <a:defRPr sz="2400"/>
            </a:pPr>
            <a:r>
              <a:t>algorithms.py – basic calculations</a:t>
            </a:r>
          </a:p>
          <a:p>
            <a:pPr>
              <a:spcAft>
                <a:spcPts val="1000"/>
              </a:spcAft>
              <a:defRPr sz="2400"/>
            </a:pPr>
            <a:r>
              <a:t>test_project.py – simple tests</a:t>
            </a:r>
          </a:p>
          <a:p>
            <a:pPr>
              <a:spcAft>
                <a:spcPts val="1000"/>
              </a:spcAft>
              <a:defRPr sz="2400"/>
            </a:pPr>
            <a:r>
              <a:t>data.json – saved records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400"/>
            </a:pPr>
            <a:r>
              <a:t>I added a few basic unit tests.</a:t>
            </a:r>
          </a:p>
          <a:p>
            <a:pPr>
              <a:spcAft>
                <a:spcPts val="1000"/>
              </a:spcAft>
              <a:defRPr sz="2400"/>
            </a:pPr>
            <a:r>
              <a:t>The current test run passes 4 out of 4 tests.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and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400"/>
            </a:pPr>
            <a:r>
              <a:t>No GUI or login system</a:t>
            </a:r>
          </a:p>
          <a:p>
            <a:pPr>
              <a:spcAft>
                <a:spcPts val="1000"/>
              </a:spcAft>
              <a:defRPr sz="2400"/>
            </a:pPr>
            <a:r>
              <a:t>Data is stored locally</a:t>
            </a:r>
          </a:p>
          <a:p>
            <a:pPr>
              <a:spcAft>
                <a:spcPts val="1000"/>
              </a:spcAft>
              <a:defRPr sz="2400"/>
            </a:pPr>
            <a:r>
              <a:t>A future version could use a database</a:t>
            </a:r>
          </a:p>
          <a:p>
            <a:pPr>
              <a:spcAft>
                <a:spcPts val="1000"/>
              </a:spcAft>
              <a:defRPr sz="2400"/>
            </a:pPr>
            <a:r>
              <a:t>A GUI and report export could also be added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400"/>
            </a:pPr>
            <a:r>
              <a:t>Functions and conditions</a:t>
            </a:r>
          </a:p>
          <a:p>
            <a:pPr>
              <a:spcAft>
                <a:spcPts val="1000"/>
              </a:spcAft>
              <a:defRPr sz="2400"/>
            </a:pPr>
            <a:r>
              <a:t>Loops and dictionaries</a:t>
            </a:r>
          </a:p>
          <a:p>
            <a:pPr>
              <a:spcAft>
                <a:spcPts val="1000"/>
              </a:spcAft>
              <a:defRPr sz="2400"/>
            </a:pPr>
            <a:r>
              <a:t>File handling with JSON</a:t>
            </a:r>
          </a:p>
          <a:p>
            <a:pPr>
              <a:spcAft>
                <a:spcPts val="1000"/>
              </a:spcAft>
              <a:defRPr sz="2400"/>
            </a:pPr>
            <a:r>
              <a:t>Input validation</a:t>
            </a:r>
          </a:p>
          <a:p>
            <a:pPr>
              <a:spcAft>
                <a:spcPts val="1000"/>
              </a:spcAft>
              <a:defRPr sz="2400"/>
            </a:pPr>
            <a:r>
              <a:t>Basic testing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